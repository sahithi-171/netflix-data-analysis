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4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/>
              <a:t>KPI CARDS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4" name="Rectangle 3"/>
          <p:cNvSpPr/>
          <p:nvPr/>
        </p:nvSpPr>
        <p:spPr>
          <a:xfrm>
            <a:off x="750570" y="1702435"/>
            <a:ext cx="3159125" cy="176530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Total titles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8807</a:t>
            </a:r>
            <a:endParaRPr lang="en-GB" altLang="en-US"/>
          </a:p>
        </p:txBody>
      </p:sp>
      <p:sp>
        <p:nvSpPr>
          <p:cNvPr id="5" name="Rectangle 4"/>
          <p:cNvSpPr/>
          <p:nvPr/>
        </p:nvSpPr>
        <p:spPr>
          <a:xfrm>
            <a:off x="4375785" y="1702435"/>
            <a:ext cx="3159125" cy="17653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Movies 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6131</a:t>
            </a:r>
            <a:endParaRPr lang="en-GB" altLang="en-US"/>
          </a:p>
        </p:txBody>
      </p:sp>
      <p:sp>
        <p:nvSpPr>
          <p:cNvPr id="6" name="Rectangle 5"/>
          <p:cNvSpPr/>
          <p:nvPr/>
        </p:nvSpPr>
        <p:spPr>
          <a:xfrm>
            <a:off x="8001000" y="1702435"/>
            <a:ext cx="3159125" cy="17653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TV Shows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2676</a:t>
            </a:r>
            <a:endParaRPr lang="en-GB" altLang="en-US"/>
          </a:p>
        </p:txBody>
      </p:sp>
      <p:sp>
        <p:nvSpPr>
          <p:cNvPr id="7" name="Rectangle 6"/>
          <p:cNvSpPr/>
          <p:nvPr/>
        </p:nvSpPr>
        <p:spPr>
          <a:xfrm>
            <a:off x="750570" y="4110355"/>
            <a:ext cx="3159125" cy="17653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Countries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80+</a:t>
            </a:r>
            <a:endParaRPr lang="en-GB" altLang="en-US"/>
          </a:p>
        </p:txBody>
      </p:sp>
      <p:sp>
        <p:nvSpPr>
          <p:cNvPr id="8" name="Rectangle 7"/>
          <p:cNvSpPr/>
          <p:nvPr/>
        </p:nvSpPr>
        <p:spPr>
          <a:xfrm>
            <a:off x="4375785" y="4110355"/>
            <a:ext cx="3159125" cy="17653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Rating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TV-MA</a:t>
            </a:r>
            <a:endParaRPr lang="en-GB" altLang="en-US"/>
          </a:p>
        </p:txBody>
      </p:sp>
      <p:sp>
        <p:nvSpPr>
          <p:cNvPr id="9" name="Rectangle 8"/>
          <p:cNvSpPr/>
          <p:nvPr/>
        </p:nvSpPr>
        <p:spPr>
          <a:xfrm>
            <a:off x="8001000" y="4110355"/>
            <a:ext cx="3159125" cy="17653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altLang="en-US"/>
              <a:t>Latest </a:t>
            </a:r>
            <a:endParaRPr lang="en-GB" altLang="en-US"/>
          </a:p>
          <a:p>
            <a:pPr algn="ctr"/>
            <a:endParaRPr lang="en-GB" altLang="en-US"/>
          </a:p>
          <a:p>
            <a:pPr algn="ctr"/>
            <a:r>
              <a:rPr lang="en-GB" altLang="en-US"/>
              <a:t>2021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/>
              <a:t>MOVIES VS TV SHOWS</a:t>
            </a:r>
            <a:endParaRPr lang="en-GB" alt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1240790"/>
            <a:ext cx="12098020" cy="5617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/>
              <a:t>DISTRIBUTION OF RELEASE YEARS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12240"/>
            <a:ext cx="11062335" cy="517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/>
              <a:t>TOP RATINGS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0095" y="1512570"/>
            <a:ext cx="1081786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en-GB" altLang="en-US"/>
              <a:t>CORRELATION HEATMAP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48995" y="1636395"/>
            <a:ext cx="10727690" cy="49974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Presentation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CARDS</dc:title>
  <dc:creator>MsTechCare</dc:creator>
  <cp:lastModifiedBy>Sahithi Yangareddy</cp:lastModifiedBy>
  <cp:revision>1</cp:revision>
  <dcterms:created xsi:type="dcterms:W3CDTF">2026-06-09T08:35:35Z</dcterms:created>
  <dcterms:modified xsi:type="dcterms:W3CDTF">2026-06-09T08:35:35Z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B666E0677F644BCD85670F79D7AD4F2E_11</vt:lpwstr>
  </property>
</Properties>
</file>